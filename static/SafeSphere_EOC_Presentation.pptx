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0F0FF"/>
                </a:solidFill>
              </a:defRPr>
            </a:pPr>
            <a:r>
              <a:t>TACTICAL EMERGENCY OPERATIONS CENTER (EOC)</a:t>
            </a: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SafeSphere Emergency Broadcast Platform</a:t>
            </a:r>
          </a:p>
          <a:p>
            <a:pPr>
              <a:spcAft>
                <a:spcPts val="2800"/>
              </a:spcAft>
              <a:defRPr sz="1800">
                <a:solidFill>
                  <a:srgbClr val="94A3B8"/>
                </a:solidFill>
              </a:defRPr>
            </a:pPr>
            <a:r>
              <a:t>Sub-Second Multi-Recipient Cellular SMS Life-Safety Dispatch &amp; 3D Spatial Operations Deck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VERSION: v2.4 (Enterprise Life-Safety Grade)   |   CARRIER GATEWAY: Twilio &amp; Direct Cellular Carrier Link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5303520"/>
            <a:ext cx="10362895" cy="777240"/>
          </a:xfrm>
          <a:prstGeom prst="roundRect">
            <a:avLst/>
          </a:prstGeom>
          <a:solidFill>
            <a:srgbClr val="14224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🌐 LIVE PUBLIC OPERATIONS CENTER: https://couple-yale-cemetery-delicious.trycloudflare.com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F0FF"/>
                </a:solidFill>
              </a:defRPr>
            </a:pPr>
            <a:r>
              <a:t>OPERATIONAL VULNERABILITY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Why Traditional Notification Systems Fail in Life-Safety Crises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 fires, toxic gas leaks, and active evacuations, traditional enterprise communication channels break down.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2468880" cy="4297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FF2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📱  App Fatigue &amp; Silence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Push notifications get buried under dozens of non-critical apps.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Over 85% of phones are set to Silent or Do Not Disturb.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Requires app pre-installation, logins, and background permissions.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Visitors and contractors are completely omitted.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920240"/>
            <a:ext cx="2468880" cy="4297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⚡  Intranet / WiFi Outage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Fire and power cuts immediately kill local WiFi routers.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Slack, Teams, and Email stall during data blackouts.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Network switches in burning wings lose electrical supply.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Leaves personnel isolated without instructions.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920240"/>
            <a:ext cx="2468880" cy="4297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📢  PA Siren Blindspots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Machinery, server fans, and ear protection block PA alarms.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Sirens cause blind panic without providing actionable exit routes.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No two-way confirmation of zone clearance.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Remote basements and stairwells suffer zero audibility.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920240"/>
            <a:ext cx="2468880" cy="4297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⏳  Manual Calling Delays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Traditional phone trees take 15–30 minutes to mobilize.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Human dispatchers panic, misdial, or drop calls.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Seconds matter when smoke toxicity peaks in under 3 minutes.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No audit ledger of who received evacuation orders.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F0FF"/>
                </a:solidFill>
              </a:defRPr>
            </a:pPr>
            <a:r>
              <a:t>MISSION ARCHITECTURE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SafeSphere: Immediate Cellular Priority Protocol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Bypassing internet apps and WiFi to transmit instantaneous SMS alerts directly to cellular tower radios.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📡  Native Direct-to-Cellular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Reaches 100% of mobile phones without requiring app downloads or sign-ups.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Bypasses muted mode with high-priority cellular audio chimes and vibration.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920240"/>
            <a:ext cx="5212080" cy="2011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FF2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🛡️  Armed Two-Step Fire Trigger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Physical interlock toggle prevents inadvertent false alarms.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Strobe-illuminated emergency trigger button with hydraulic depth feedback.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5120640" cy="2011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⏱️  3-Second Abort Safety Buffer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Instant live countdown allows emergency operator to cancel mistaken broadcasts.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Prevents costly campus-wide panic while maintaining instant readiness.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206240"/>
            <a:ext cx="5212080" cy="2011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📲  Real-Time Lockscreen Simulation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Live smartphone preview renders the recipient's view instantaneously.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Accurate character count, segment billing, and haptic pop physics.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F0FF"/>
                </a:solidFill>
              </a:defRPr>
            </a:pPr>
            <a:r>
              <a:t>TACTICAL ENGINE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Incident Presets, Tiered Roster &amp; Synthesized Audio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Pre-calibrated emergency templates for rapid crisis dispatch without typing under stress.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FF2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🚨  Incident Presets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🔥 Code Red: Fire &amp; Evacuate</a:t>
            </a:r>
            <a:br/>
            <a:r>
              <a:t>Directs occupants to fire stairs &amp; muster points.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💨 Amber: Gas / Hazmat Leak</a:t>
            </a:r>
            <a:br/>
            <a:r>
              <a:t>Immediate HVAC shutdown &amp; upwind rally.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🚨 Yellow: Mandatory Drill</a:t>
            </a:r>
            <a:br/>
            <a:r>
              <a:t>Unannounced audit evacuation drill.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⛈️ Blue: Severe Weather</a:t>
            </a:r>
            <a:br/>
            <a:r>
              <a:t>Shelter-in-place interior room guidance.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✏️ Custom Incident</a:t>
            </a:r>
            <a:br/>
            <a:r>
              <a:t>Ad-hoc custom messages with live character limits.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👥  5-Slot Priority Roster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Tiered recipient management across emergency roles: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Primary Incident Commander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Floor Marshals &amp; Safety Officers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Facilities &amp; Security Control Room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First Aid / Medical Evac Team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Executive Campus Directors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Independent test-ping radar verification per slot.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🔊  Synthesized Audio Engine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Web Audio API oscillator synthesis (zero external audio files needed):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Dual-Tone European Fire Strobe Siren (880Hz / 660Hz alternating)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Haptic Mechanical Switch Clicks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Countdown Pulse Beeps (1200Hz)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Carrier Handoff &amp; Dispatch Chimes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Full Mute/Unmute toggle with session memory.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F0FF"/>
                </a:solidFill>
              </a:defRPr>
            </a:pPr>
            <a:r>
              <a:t>IMMERSIVE USER EXPERIENCE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3D Spatial Illusions, Isometric Physics &amp; Studio Controls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High-fidelity visual ergonomics that reduce operator stress and simulate realistic physical hardware.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📱  Isometric Device Stage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Hardware-accurate smartphone chassis hovering in 3D perspective space.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Dynamic contact shadow and real-time screen specular glare sheen.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3D Haptic Pop animation upon successful broadcast transmission.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920240"/>
            <a:ext cx="5212080" cy="2011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🌀  Cursor Parallax &amp; Orbital Rings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Subtle 3D perspective rotation follows mouse movement naturally.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Dual orbital gyroscope rings rotating on 3D X/Y axes around brand emblem.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Holographic radar pulse rings radiating across slot cards during ping.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5120640" cy="2011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🧊  In-Browser 3D Settings Studio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Dedicated configuration panel to customize 3D parameters live: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Cursor Sensitivity (0.0x - 2.5x)  |  Chassis Yaw &amp; Pitch (±30°)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Z-Elevation (0px - 50px)  |  Glass Glare (0% - 100%)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Hydraulic Button Depth (3px - 16px)  |  Radar Speed (0.8s - 4.0s)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206240"/>
            <a:ext cx="5212080" cy="2011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💡  Accessible High-Contrast UI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Bright titanium glass styling with illuminated frosted surfaces.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Instant presets: Hyper 3D, Tactical Default, Subtle Depth, and Flat 2D.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Zero-latency CSS Custom Property engine with localStorage persistence.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F0FF"/>
                </a:solidFill>
              </a:defRPr>
            </a:pPr>
            <a:r>
              <a:t>ARCHITECTURE &amp; ENGINEERING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End-to-End System Pipeline &amp; Technology Stack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Engineered for sub-second execution, zero external UI bloat, and enterprise reliability.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💻  Frontend Presentation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Semantic HTML5 &amp; Modern Vanilla CSS (Zero heavy UI libraries).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3D Matrix Perspective &amp; Dynamic CSS Custom Properties.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Web Audio API Synthesizer (hardware tone synthesis).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Fully responsive layout for iPhone, iPad, Android &amp; 4K Displays.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Real-time client clock and telemetric countdown monitors.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⚙️  Backend API Engine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Python 3.14 Flask Microframework.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Thread-safe RESTful API endpoints (/api/status, /api/broadcast, etc.).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SQLite3 ACID-compliant audit ledger.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Dual-mode provider router: Live Twilio Gateway vs. ₹0 Demo Simulator.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E.164 International Phone Number Normalizer (+91, +1, etc.).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☁️  Cloud &amp; Telecom Edge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Twilio REST API via Cellular SS7 / SMPP Carrier Backbones.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Cloudflare Encrypted Reverse Tunnel (TLS 1.3 / HTTP/2).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Zero port forwarding, NAT traversal, or firewall holes needed.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Real-time carrier delivery receipt callbacks.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Encrypted local environment credential storage (.env).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F0FF"/>
                </a:solidFill>
              </a:defRPr>
            </a:pPr>
            <a:r>
              <a:t>GOVERNANCE &amp; COMPLIANCE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Audit Trail, Cryptographic Integrity &amp; Safety Interlocks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Meeting regulatory standards for life-safety accountability, OSHA reporting, and post-incident reviews.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🔒  SHA-256 Incident Codes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Every emergency broadcast generates a unique cryptographic tracking code (e.g., SPH-1025-7822).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Ties all outgoing SMS payloads, timestamps, and recipient logs to an immutable record.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920240"/>
            <a:ext cx="5212080" cy="2011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📊  Delivery Status Verification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Real-time carrier acknowledgment tracking (QUEUED -&gt; SENT -&gt; DELIVERED).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Captures carrier error codes (invalid number, unverified trial, carrier bounce).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5120640" cy="2011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📄  One-Click Compliance Export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Generates timestamped CSV audit ledgers instantly via /api/export-logs.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Ready for OSHA, fire marshals, insurance underwriters, and safety reviews.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206240"/>
            <a:ext cx="5212080" cy="2011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FF2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🛡️  Credential &amp; Disarm Protection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Twilio auth tokens are masked in the UI and stored securely.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Operator must explicitly engage the Armed switch before trigger responds.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F0FF"/>
                </a:solidFill>
              </a:defRPr>
            </a:pPr>
            <a:r>
              <a:t>FIELD VALIDATION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Live Telemetry Benchmarks &amp; Carrier Latency Metrics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Empirically tested over live cellular carriers and public worldwide networks.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2468880" cy="192024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3600" b="1">
                <a:solidFill>
                  <a:srgbClr val="00F0FF"/>
                </a:solidFill>
              </a:defRPr>
            </a:pPr>
            <a:r>
              <a:t>&lt; 1.8s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Carrier Latency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From trigger click to phone 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920240"/>
            <a:ext cx="2468880" cy="192024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Device Reach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No app install required for handsets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920240"/>
            <a:ext cx="2468880" cy="192024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₹0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Simulation Cost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Built-in emulator for staff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920240"/>
            <a:ext cx="2468880" cy="192024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FF2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3600" b="1">
                <a:solidFill>
                  <a:srgbClr val="FF2A5F"/>
                </a:solidFill>
              </a:defRPr>
            </a:pPr>
            <a:r>
              <a:t>3.0s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Safety Window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Countdown cancel prevents false alerts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698480" cy="210312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✅  Field Verification Results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Live Indian Carrier Dispatch: Delivered Code Red emergency alert to Ritik Chauhan (+919821121275) within 1.74s.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Cloudflare Edge Tunnel: Served 25+ live broadcast cycles across mobile, desktop, and tablet without single packet drop.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Zero Client Overhead: Recipients received alert on native iOS / Android lockscreens with zero battery drain.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F0FF"/>
                </a:solidFill>
              </a:defRPr>
            </a:pPr>
            <a:r>
              <a:t>FUTURE EVOLUTION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Strategic Roadmap: Phase 3 &amp; Enterprise Scale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Expanding SafeSphere into a comprehensive facility IoT and autonomous disaster management platform.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🛰️  Multi-Carrier Redundancy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Automatic failover across Twilio, AWS SNS, Plivo, and Infobip.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Carrier-level health probing and dynamic cost-route optimization.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Satellite SMS mesh uplink (Starlink / Iridium) for total grid blackout resiliency.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FF2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🔥  IoT Sensor Triggers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Dry-contact relay integrations with physical Honeywell &amp; Siemens fire panels.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Optical smoke &amp; gas sensor API webhooks for automated pre-alerts.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Smart building lock automation (unlocks turnstiles &amp; stairwell doors upon Code Red).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📋  Two-Way Muster Tally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Recipients reply '1' (SAFE) or '2' (TRAPPED / NEED HELP).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Live EOC headcount dashboard showing missing personnel per wing.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Auto-generates search-and-rescue target coordinates for emergency responders.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F0FF"/>
                </a:solidFill>
              </a:defRPr>
            </a:pPr>
            <a:r>
              <a:t>SUMMARY &amp; LIVE DEMONSTRATION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Experience SafeSphere EOC in Action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Available live worldwide right now — accessible on any web browser.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10698480" cy="2011680"/>
          </a:xfrm>
          <a:prstGeom prst="roundRect">
            <a:avLst/>
          </a:prstGeom>
          <a:solidFill>
            <a:srgbClr val="0E182E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🚀  LIVE DEMONSTRATION ENVIRONMENT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https://couple-yale-cemetery-delicious.trycloudflare.com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Interactive Pitch Deck Route: /presentation   |   PowerPoint Download: /api/download-pptx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06240"/>
            <a:ext cx="5120640" cy="2011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🎯  Key Takeaways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Critical time reduction: Evacuation alerts dispatched in &lt; 2 seconds.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100% cellular penetration with zero client installation barrier.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High reliability with two-step armed safety and 3-second abort buffer.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4206240"/>
            <a:ext cx="5212080" cy="2011680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🐙  GitHub &amp; Code Access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Public Repository: https://github.com/adityashukla-official/SafeSphere.git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Branch: main (Commit verified &amp; up to date).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• Complete local setup via ./start_live.sh script.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